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8"/>
  </p:notesMasterIdLst>
  <p:sldIdLst>
    <p:sldId id="326" r:id="rId2"/>
    <p:sldId id="334" r:id="rId3"/>
    <p:sldId id="361" r:id="rId4"/>
    <p:sldId id="408" r:id="rId5"/>
    <p:sldId id="359" r:id="rId6"/>
    <p:sldId id="279" r:id="rId7"/>
  </p:sldIdLst>
  <p:sldSz cx="12192000" cy="6858000"/>
  <p:notesSz cx="6858000" cy="9144000"/>
  <p:defaultTextStyle>
    <a:defPPr>
      <a:defRPr lang="en-US"/>
    </a:defPPr>
    <a:lvl1pPr marL="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6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36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7DC"/>
    <a:srgbClr val="F8F3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67966D-95E8-40DE-974D-9B611914B7DB}" v="2" dt="2026-10-09T09:18:01.521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52" autoAdjust="0"/>
    <p:restoredTop sz="71436" autoAdjust="0"/>
  </p:normalViewPr>
  <p:slideViewPr>
    <p:cSldViewPr snapToGrid="0" showGuides="1">
      <p:cViewPr varScale="1">
        <p:scale>
          <a:sx n="53" d="100"/>
          <a:sy n="53" d="100"/>
        </p:scale>
        <p:origin x="1324" y="3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4139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11" d="100"/>
          <a:sy n="111" d="100"/>
        </p:scale>
        <p:origin x="1312" y="8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oling, Chris" userId="6dcf99c9-2ba5-410a-8445-0893a3d1421f" providerId="ADAL" clId="{0564427D-CD1D-4B33-9C97-2A8069F97102}"/>
    <pc:docChg chg="custSel modSld">
      <pc:chgData name="Cooling, Chris" userId="6dcf99c9-2ba5-410a-8445-0893a3d1421f" providerId="ADAL" clId="{0564427D-CD1D-4B33-9C97-2A8069F97102}" dt="2026-10-09T09:18:26.150" v="13" actId="255"/>
      <pc:docMkLst>
        <pc:docMk/>
      </pc:docMkLst>
      <pc:sldChg chg="addSp delSp modSp mod">
        <pc:chgData name="Cooling, Chris" userId="6dcf99c9-2ba5-410a-8445-0893a3d1421f" providerId="ADAL" clId="{0564427D-CD1D-4B33-9C97-2A8069F97102}" dt="2026-10-09T09:18:26.150" v="13" actId="255"/>
        <pc:sldMkLst>
          <pc:docMk/>
          <pc:sldMk cId="1507190070" sldId="359"/>
        </pc:sldMkLst>
        <pc:spChg chg="mod">
          <ac:chgData name="Cooling, Chris" userId="6dcf99c9-2ba5-410a-8445-0893a3d1421f" providerId="ADAL" clId="{0564427D-CD1D-4B33-9C97-2A8069F97102}" dt="2026-10-09T09:18:26.150" v="13" actId="255"/>
          <ac:spMkLst>
            <pc:docMk/>
            <pc:sldMk cId="1507190070" sldId="359"/>
            <ac:spMk id="6" creationId="{F67B57BE-29B8-B7BA-15CB-930F83F6EB26}"/>
          </ac:spMkLst>
        </pc:spChg>
        <pc:picChg chg="add mod">
          <ac:chgData name="Cooling, Chris" userId="6dcf99c9-2ba5-410a-8445-0893a3d1421f" providerId="ADAL" clId="{0564427D-CD1D-4B33-9C97-2A8069F97102}" dt="2026-10-09T09:17:25.724" v="4" actId="14100"/>
          <ac:picMkLst>
            <pc:docMk/>
            <pc:sldMk cId="1507190070" sldId="359"/>
            <ac:picMk id="5" creationId="{C3C0A4C1-C115-8DDD-D437-EEE734C506C7}"/>
          </ac:picMkLst>
        </pc:picChg>
        <pc:picChg chg="del">
          <ac:chgData name="Cooling, Chris" userId="6dcf99c9-2ba5-410a-8445-0893a3d1421f" providerId="ADAL" clId="{0564427D-CD1D-4B33-9C97-2A8069F97102}" dt="2026-10-09T09:17:17.492" v="0" actId="478"/>
          <ac:picMkLst>
            <pc:docMk/>
            <pc:sldMk cId="1507190070" sldId="359"/>
            <ac:picMk id="10" creationId="{E59F772E-8D41-7413-21DF-82FA1437382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E0D2A8-8F95-47C2-ABE1-A779F5A43C98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7663E2-27CE-4C79-91D3-7F5C4262D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559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6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36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663E2-27CE-4C79-91D3-7F5C4262D57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304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7663E2-27CE-4C79-91D3-7F5C4262D57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10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women looking at a computer&#10;&#10;Description automatically generated">
            <a:extLst>
              <a:ext uri="{FF2B5EF4-FFF2-40B4-BE49-F238E27FC236}">
                <a16:creationId xmlns:a16="http://schemas.microsoft.com/office/drawing/2014/main" id="{7FF8E19E-7C51-2D2C-254E-F363C418DE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2417400"/>
            <a:ext cx="5765729" cy="1847942"/>
          </a:xfrm>
        </p:spPr>
        <p:txBody>
          <a:bodyPr anchor="b"/>
          <a:lstStyle>
            <a:lvl1pPr algn="l">
              <a:lnSpc>
                <a:spcPct val="80000"/>
              </a:lnSpc>
              <a:defRPr sz="5000">
                <a:solidFill>
                  <a:srgbClr val="98FB98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271" y="4448111"/>
            <a:ext cx="5765729" cy="1113560"/>
          </a:xfrm>
        </p:spPr>
        <p:txBody>
          <a:bodyPr/>
          <a:lstStyle>
            <a:lvl1pPr marL="0" indent="0" algn="l">
              <a:buNone/>
              <a:defRPr sz="2500">
                <a:solidFill>
                  <a:srgbClr val="98FB98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433033340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F8E19E-7C51-2D2C-254E-F363C418DE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2417400"/>
            <a:ext cx="5765729" cy="1847942"/>
          </a:xfrm>
        </p:spPr>
        <p:txBody>
          <a:bodyPr anchor="b"/>
          <a:lstStyle>
            <a:lvl1pPr algn="l">
              <a:lnSpc>
                <a:spcPct val="80000"/>
              </a:lnSpc>
              <a:defRPr sz="5000">
                <a:solidFill>
                  <a:srgbClr val="98FB98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271" y="4448111"/>
            <a:ext cx="5765729" cy="1113560"/>
          </a:xfrm>
        </p:spPr>
        <p:txBody>
          <a:bodyPr/>
          <a:lstStyle>
            <a:lvl1pPr marL="0" indent="0" algn="l">
              <a:buNone/>
              <a:defRPr sz="2500">
                <a:solidFill>
                  <a:srgbClr val="98FB98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459533762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F8E19E-7C51-2D2C-254E-F363C418DE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2417400"/>
            <a:ext cx="5765729" cy="1847942"/>
          </a:xfrm>
        </p:spPr>
        <p:txBody>
          <a:bodyPr anchor="b"/>
          <a:lstStyle>
            <a:lvl1pPr algn="l">
              <a:lnSpc>
                <a:spcPct val="80000"/>
              </a:lnSpc>
              <a:defRPr sz="5000">
                <a:solidFill>
                  <a:srgbClr val="98FB98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271" y="4448111"/>
            <a:ext cx="5765729" cy="1113560"/>
          </a:xfrm>
        </p:spPr>
        <p:txBody>
          <a:bodyPr/>
          <a:lstStyle>
            <a:lvl1pPr marL="0" indent="0" algn="l">
              <a:buNone/>
              <a:defRPr sz="2500">
                <a:solidFill>
                  <a:srgbClr val="98FB98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90355710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F8E19E-7C51-2D2C-254E-F363C418DE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2417400"/>
            <a:ext cx="5765729" cy="1847942"/>
          </a:xfrm>
        </p:spPr>
        <p:txBody>
          <a:bodyPr anchor="b"/>
          <a:lstStyle>
            <a:lvl1pPr algn="l">
              <a:lnSpc>
                <a:spcPct val="80000"/>
              </a:lnSpc>
              <a:defRPr sz="5000">
                <a:solidFill>
                  <a:srgbClr val="98FB98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271" y="4448111"/>
            <a:ext cx="5765729" cy="1113560"/>
          </a:xfrm>
        </p:spPr>
        <p:txBody>
          <a:bodyPr/>
          <a:lstStyle>
            <a:lvl1pPr marL="0" indent="0" algn="l">
              <a:buNone/>
              <a:defRPr sz="2500">
                <a:solidFill>
                  <a:srgbClr val="98FB98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96894547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F8E19E-7C51-2D2C-254E-F363C418DE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2417400"/>
            <a:ext cx="5765729" cy="1847942"/>
          </a:xfrm>
        </p:spPr>
        <p:txBody>
          <a:bodyPr anchor="b"/>
          <a:lstStyle>
            <a:lvl1pPr algn="l">
              <a:lnSpc>
                <a:spcPct val="80000"/>
              </a:lnSpc>
              <a:defRPr sz="5000">
                <a:solidFill>
                  <a:srgbClr val="98FB98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271" y="4448111"/>
            <a:ext cx="5765729" cy="1113560"/>
          </a:xfrm>
        </p:spPr>
        <p:txBody>
          <a:bodyPr/>
          <a:lstStyle>
            <a:lvl1pPr marL="0" indent="0" algn="l">
              <a:buNone/>
              <a:defRPr sz="2500">
                <a:solidFill>
                  <a:srgbClr val="98FB98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84648638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</p:spPr>
        <p:txBody>
          <a:bodyPr/>
          <a:lstStyle>
            <a:lvl1pPr>
              <a:defRPr sz="6400">
                <a:solidFill>
                  <a:srgbClr val="232333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CB9A5-C3AC-4504-8448-61A4C8BF47B3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AI-Assisted Programming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025"/>
            <a:ext cx="5777508" cy="3101977"/>
          </a:xfrm>
        </p:spPr>
        <p:txBody>
          <a:bodyPr/>
          <a:lstStyle>
            <a:lvl1pPr>
              <a:defRPr>
                <a:solidFill>
                  <a:srgbClr val="232333"/>
                </a:solidFill>
              </a:defRPr>
            </a:lvl1pPr>
            <a:lvl2pPr>
              <a:defRPr>
                <a:solidFill>
                  <a:srgbClr val="232333"/>
                </a:solidFill>
              </a:defRPr>
            </a:lvl2pPr>
            <a:lvl3pPr>
              <a:buClr>
                <a:srgbClr val="00FF7F"/>
              </a:buClr>
              <a:defRPr>
                <a:solidFill>
                  <a:srgbClr val="232333"/>
                </a:solidFill>
              </a:defRPr>
            </a:lvl3pPr>
            <a:lvl4pPr>
              <a:buClr>
                <a:srgbClr val="00FF7F"/>
              </a:buClr>
              <a:defRPr>
                <a:solidFill>
                  <a:srgbClr val="232333"/>
                </a:solidFill>
              </a:defRPr>
            </a:lvl4pPr>
            <a:lvl5pPr>
              <a:buClr>
                <a:srgbClr val="00FF7F"/>
              </a:buClr>
              <a:defRPr>
                <a:solidFill>
                  <a:srgbClr val="232333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84810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</p:spPr>
        <p:txBody>
          <a:bodyPr/>
          <a:lstStyle>
            <a:lvl1pPr>
              <a:defRPr sz="6400">
                <a:solidFill>
                  <a:srgbClr val="232333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FB866-F309-4A67-BBFB-24B323CE3DCA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AI-Assisted Programming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025"/>
            <a:ext cx="5777508" cy="3101977"/>
          </a:xfrm>
        </p:spPr>
        <p:txBody>
          <a:bodyPr/>
          <a:lstStyle>
            <a:lvl1pPr>
              <a:buClr>
                <a:srgbClr val="00FF7F"/>
              </a:buClr>
              <a:defRPr>
                <a:solidFill>
                  <a:srgbClr val="232333"/>
                </a:solidFill>
              </a:defRPr>
            </a:lvl1pPr>
            <a:lvl2pPr>
              <a:buClr>
                <a:srgbClr val="00FF7F"/>
              </a:buClr>
              <a:defRPr>
                <a:solidFill>
                  <a:srgbClr val="232333"/>
                </a:solidFill>
              </a:defRPr>
            </a:lvl2pPr>
            <a:lvl3pPr>
              <a:buClr>
                <a:srgbClr val="00FF7F"/>
              </a:buClr>
              <a:defRPr>
                <a:solidFill>
                  <a:srgbClr val="232333"/>
                </a:solidFill>
              </a:defRPr>
            </a:lvl3pPr>
            <a:lvl4pPr>
              <a:buClr>
                <a:srgbClr val="00FF7F"/>
              </a:buClr>
              <a:defRPr>
                <a:solidFill>
                  <a:srgbClr val="232333"/>
                </a:solidFill>
              </a:defRPr>
            </a:lvl4pPr>
            <a:lvl5pPr>
              <a:buClr>
                <a:srgbClr val="00FF7F"/>
              </a:buClr>
              <a:defRPr>
                <a:solidFill>
                  <a:srgbClr val="232333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220234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Khaki">
    <p:bg>
      <p:bgPr>
        <a:solidFill>
          <a:srgbClr val="98FB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</p:spPr>
        <p:txBody>
          <a:bodyPr/>
          <a:lstStyle>
            <a:lvl1pPr>
              <a:defRPr sz="6400">
                <a:solidFill>
                  <a:srgbClr val="232333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F0BEB-5319-417C-B3A4-624E5500047F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AI-Assisted Programming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025"/>
            <a:ext cx="5777508" cy="3101977"/>
          </a:xfrm>
        </p:spPr>
        <p:txBody>
          <a:bodyPr/>
          <a:lstStyle>
            <a:lvl1pPr>
              <a:buClr>
                <a:srgbClr val="232333"/>
              </a:buClr>
              <a:defRPr>
                <a:solidFill>
                  <a:srgbClr val="232333"/>
                </a:solidFill>
              </a:defRPr>
            </a:lvl1pPr>
            <a:lvl2pPr>
              <a:buClr>
                <a:srgbClr val="232333"/>
              </a:buClr>
              <a:defRPr>
                <a:solidFill>
                  <a:srgbClr val="232333"/>
                </a:solidFill>
              </a:defRPr>
            </a:lvl2pPr>
            <a:lvl3pPr>
              <a:buClr>
                <a:srgbClr val="232333"/>
              </a:buClr>
              <a:defRPr>
                <a:solidFill>
                  <a:srgbClr val="232333"/>
                </a:solidFill>
              </a:defRPr>
            </a:lvl3pPr>
            <a:lvl4pPr>
              <a:buClr>
                <a:srgbClr val="232333"/>
              </a:buClr>
              <a:defRPr>
                <a:solidFill>
                  <a:srgbClr val="232333"/>
                </a:solidFill>
              </a:defRPr>
            </a:lvl4pPr>
            <a:lvl5pPr>
              <a:buClr>
                <a:srgbClr val="232333"/>
              </a:buClr>
              <a:defRPr>
                <a:solidFill>
                  <a:srgbClr val="232333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832032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lue">
    <p:bg>
      <p:bgPr>
        <a:solidFill>
          <a:srgbClr val="006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238870"/>
            <a:ext cx="5163243" cy="3190130"/>
          </a:xfrm>
        </p:spPr>
        <p:txBody>
          <a:bodyPr/>
          <a:lstStyle>
            <a:lvl1pPr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D1C1943-ED58-4788-AEE8-DFB94F3B02E6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Introduction to AI-Assisted Programming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819"/>
            <a:ext cx="5777508" cy="31011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C35426-417C-E41E-5A03-5974D3C79A08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bg1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751618283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11540763" cy="4866481"/>
          </a:xfrm>
        </p:spPr>
        <p:txBody>
          <a:bodyPr/>
          <a:lstStyle>
            <a:lvl3pPr>
              <a:buClr>
                <a:srgbClr val="00FF7F"/>
              </a:buClr>
              <a:defRPr/>
            </a:lvl3pPr>
            <a:lvl4pPr>
              <a:buClr>
                <a:srgbClr val="00FF7F"/>
              </a:buClr>
              <a:defRPr/>
            </a:lvl4pPr>
            <a:lvl5pPr>
              <a:buClr>
                <a:srgbClr val="00FF7F"/>
              </a:buCl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57A42-A972-40C4-B9DD-D0914FC74315}" type="datetime1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AI-Assisted Programming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B454FF-7060-E11B-6122-C9D16BC0604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174669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11540763" cy="4866481"/>
          </a:xfrm>
        </p:spPr>
        <p:txBody>
          <a:bodyPr/>
          <a:lstStyle>
            <a:lvl3pPr>
              <a:buClr>
                <a:srgbClr val="00FF7F"/>
              </a:buClr>
              <a:defRPr/>
            </a:lvl3pPr>
            <a:lvl4pPr>
              <a:buClr>
                <a:srgbClr val="00FF7F"/>
              </a:buClr>
              <a:defRPr/>
            </a:lvl4pPr>
            <a:lvl5pPr>
              <a:buClr>
                <a:srgbClr val="00FF7F"/>
              </a:buCl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06FF05-DC6B-4898-9B89-E18A52AA7DC1}" type="datetime1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AI-Assisted Programming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B454FF-7060-E11B-6122-C9D16BC0604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18463841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11540763" cy="4866481"/>
          </a:xfrm>
        </p:spPr>
        <p:txBody>
          <a:bodyPr/>
          <a:lstStyle>
            <a:lvl3pPr>
              <a:buClr>
                <a:srgbClr val="006400"/>
              </a:buClr>
              <a:defRPr/>
            </a:lvl3pPr>
            <a:lvl4pPr>
              <a:buClr>
                <a:srgbClr val="006400"/>
              </a:buClr>
              <a:defRPr/>
            </a:lvl4pPr>
            <a:lvl5pPr>
              <a:buClr>
                <a:srgbClr val="006400"/>
              </a:buCl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754F1-9A72-4E8C-A00B-56CCA23D2334}" type="datetime1">
              <a:rPr lang="en-GB" smtClean="0"/>
              <a:t>09/10/2026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AI-Assisted Programming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B454FF-7060-E11B-6122-C9D16BC0604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685261070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1394619"/>
            <a:ext cx="5583238" cy="4866481"/>
          </a:xfrm>
        </p:spPr>
        <p:txBody>
          <a:bodyPr/>
          <a:lstStyle>
            <a:lvl3pPr>
              <a:buClr>
                <a:srgbClr val="00FF7F"/>
              </a:buClr>
              <a:defRPr/>
            </a:lvl3pPr>
            <a:lvl4pPr>
              <a:buClr>
                <a:srgbClr val="00FF7F"/>
              </a:buClr>
              <a:defRPr/>
            </a:lvl4pPr>
            <a:lvl5pPr>
              <a:buClr>
                <a:srgbClr val="00FF7F"/>
              </a:buCl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325" y="1394619"/>
            <a:ext cx="5583238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FCA73-57DA-427B-8AAF-6BA0261BCAB8}" type="datetime1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AI-Assisted Programming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E5619CB-8093-9292-D19B-3E145BB563F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9035858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1394619"/>
            <a:ext cx="5583238" cy="4866481"/>
          </a:xfrm>
        </p:spPr>
        <p:txBody>
          <a:bodyPr/>
          <a:lstStyle>
            <a:lvl3pPr>
              <a:buClr>
                <a:srgbClr val="00FF7F"/>
              </a:buClr>
              <a:defRPr/>
            </a:lvl3pPr>
            <a:lvl4pPr>
              <a:buClr>
                <a:srgbClr val="00FF7F"/>
              </a:buClr>
              <a:defRPr/>
            </a:lvl4pPr>
            <a:lvl5pPr>
              <a:buClr>
                <a:srgbClr val="00FF7F"/>
              </a:buCl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325" y="1394619"/>
            <a:ext cx="5583238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78310-F801-4DC0-8E48-82422E8BD799}" type="datetime1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AI-Assisted Programming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E5619CB-8093-9292-D19B-3E145BB563F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20195970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1394619"/>
            <a:ext cx="5583238" cy="4866481"/>
          </a:xfrm>
        </p:spPr>
        <p:txBody>
          <a:bodyPr/>
          <a:lstStyle>
            <a:lvl3pPr>
              <a:buClr>
                <a:srgbClr val="006400"/>
              </a:buClr>
              <a:defRPr/>
            </a:lvl3pPr>
            <a:lvl4pPr>
              <a:buClr>
                <a:srgbClr val="006400"/>
              </a:buClr>
              <a:defRPr/>
            </a:lvl4pPr>
            <a:lvl5pPr>
              <a:buClr>
                <a:srgbClr val="006400"/>
              </a:buCl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325" y="1394619"/>
            <a:ext cx="5583238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4BB13-7895-49E9-AB8C-8E0E8025356B}" type="datetime1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AI-Assisted Programming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E5619CB-8093-9292-D19B-3E145BB563F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80747767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BD8B8-F461-4EFE-963B-9E961A18021F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AI-Assisted Programming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6397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6656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BB1273F-0B9B-4FDD-4203-5D0C87B419D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884756086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E4D3C-C67B-4EB7-BFE5-ECD2A74A8E1B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AI-Assisted Programming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6397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6656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BB1273F-0B9B-4FDD-4203-5D0C87B419D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866366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F59D5-5A0A-4ED0-B804-DA666F03CA1F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AI-Assisted Programming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chemeClr val="accent6"/>
              </a:buClr>
              <a:defRPr sz="1800"/>
            </a:lvl3pPr>
            <a:lvl4pPr>
              <a:buClr>
                <a:schemeClr val="accent6"/>
              </a:buClr>
              <a:defRPr sz="1800"/>
            </a:lvl4pPr>
            <a:lvl5pPr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6397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chemeClr val="accent6"/>
              </a:buClr>
              <a:defRPr sz="1800"/>
            </a:lvl3pPr>
            <a:lvl4pPr>
              <a:buClr>
                <a:schemeClr val="accent6"/>
              </a:buClr>
              <a:defRPr sz="1800"/>
            </a:lvl4pPr>
            <a:lvl5pPr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6656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chemeClr val="accent6"/>
              </a:buClr>
              <a:defRPr sz="1800"/>
            </a:lvl3pPr>
            <a:lvl4pPr>
              <a:buClr>
                <a:schemeClr val="accent6"/>
              </a:buClr>
              <a:defRPr sz="1800"/>
            </a:lvl4pPr>
            <a:lvl5pPr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BB1273F-0B9B-4FDD-4203-5D0C87B419D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36248034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05F7D-6D26-44F8-841F-052726E23689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AI-Assisted Programming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3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rgbClr val="00FF7F"/>
              </a:buClr>
              <a:defRPr sz="1800"/>
            </a:lvl3pPr>
            <a:lvl4pPr rtl="0">
              <a:buClr>
                <a:srgbClr val="00FF7F"/>
              </a:buClr>
              <a:defRPr sz="1800"/>
            </a:lvl4pPr>
            <a:lvl5pPr rtl="0"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76876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rgbClr val="00FF7F"/>
              </a:buClr>
              <a:defRPr sz="1800"/>
            </a:lvl3pPr>
            <a:lvl4pPr rtl="0">
              <a:buClr>
                <a:srgbClr val="00FF7F"/>
              </a:buClr>
              <a:defRPr sz="1800"/>
            </a:lvl4pPr>
            <a:lvl5pPr rtl="0"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35258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rgbClr val="00FF7F"/>
              </a:buClr>
              <a:defRPr sz="1800"/>
            </a:lvl3pPr>
            <a:lvl4pPr rtl="0">
              <a:buClr>
                <a:srgbClr val="00FF7F"/>
              </a:buClr>
              <a:defRPr sz="1800"/>
            </a:lvl4pPr>
            <a:lvl5pPr rtl="0"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8490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6876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35261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6EB687B-5D2E-6018-5C19-6211E4ADBA8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37066738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FC705-8F10-4987-94C2-45EF64447951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AI-Assisted Programming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3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rgbClr val="00FF7F"/>
              </a:buClr>
              <a:defRPr sz="1800"/>
            </a:lvl3pPr>
            <a:lvl4pPr rtl="0">
              <a:buClr>
                <a:srgbClr val="00FF7F"/>
              </a:buClr>
              <a:defRPr sz="1800"/>
            </a:lvl4pPr>
            <a:lvl5pPr rtl="0"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76876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rgbClr val="00FF7F"/>
              </a:buClr>
              <a:defRPr sz="1800"/>
            </a:lvl3pPr>
            <a:lvl4pPr rtl="0">
              <a:buClr>
                <a:srgbClr val="00FF7F"/>
              </a:buClr>
              <a:defRPr sz="1800"/>
            </a:lvl4pPr>
            <a:lvl5pPr rtl="0"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35258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rgbClr val="00FF7F"/>
              </a:buClr>
              <a:defRPr sz="1800"/>
            </a:lvl3pPr>
            <a:lvl4pPr rtl="0">
              <a:buClr>
                <a:srgbClr val="00FF7F"/>
              </a:buClr>
              <a:defRPr sz="1800"/>
            </a:lvl4pPr>
            <a:lvl5pPr rtl="0"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8490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6876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35261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6EB687B-5D2E-6018-5C19-6211E4ADBA8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60980370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B0282-ADA5-4279-8AF5-FD2602BD02E1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AI-Assisted Programming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3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rgbClr val="006400"/>
              </a:buClr>
              <a:defRPr sz="1800"/>
            </a:lvl3pPr>
            <a:lvl4pPr rtl="0">
              <a:buClr>
                <a:srgbClr val="006400"/>
              </a:buClr>
              <a:defRPr sz="1800"/>
            </a:lvl4pPr>
            <a:lvl5pPr rtl="0">
              <a:buClr>
                <a:srgbClr val="006400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76876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chemeClr val="accent6"/>
              </a:buClr>
              <a:defRPr sz="1800"/>
            </a:lvl3pPr>
            <a:lvl4pPr rtl="0">
              <a:buClr>
                <a:schemeClr val="accent6"/>
              </a:buClr>
              <a:defRPr sz="1800"/>
            </a:lvl4pPr>
            <a:lvl5pPr rtl="0"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35258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buClr>
                <a:schemeClr val="accent6"/>
              </a:buClr>
              <a:defRPr sz="1800"/>
            </a:lvl3pPr>
            <a:lvl4pPr rtl="0">
              <a:buClr>
                <a:schemeClr val="accent6"/>
              </a:buClr>
              <a:defRPr sz="1800"/>
            </a:lvl4pPr>
            <a:lvl5pPr rtl="0"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8490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6876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35261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6EB687B-5D2E-6018-5C19-6211E4ADBA8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231540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B8527-9C5B-4EC2-9C8A-73DBC22D3285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AI-Assisted Programming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934480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7177E-8AF1-4C22-B3A9-CFC88EC5B560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AI-Assisted Programming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475397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B48B1-0E30-4098-8D38-42BE4C9AF21E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AI-Assisted Programming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8019243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Blue">
    <p:bg>
      <p:bgPr>
        <a:solidFill>
          <a:srgbClr val="98FB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025"/>
            <a:ext cx="9984000" cy="5934075"/>
          </a:xfrm>
        </p:spPr>
        <p:txBody>
          <a:bodyPr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19D6801-89D7-417F-85DF-C16A2E39C294}" type="datetime1">
              <a:rPr lang="en-GB" smtClean="0"/>
              <a:t>09/10/2026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Introduction to AI-Assisted Programming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A8D6E0-472D-9B14-F3A6-BC2F23E87040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tx1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1467749574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Section Header Blue">
    <p:bg>
      <p:bgPr>
        <a:solidFill>
          <a:srgbClr val="00F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469A95D-CA21-4505-B563-C017F16DC961}" type="datetime1">
              <a:rPr lang="en-GB" smtClean="0"/>
              <a:t>09/10/2026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Introduction to AI-Assisted Programming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tx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32718" y="2505029"/>
            <a:ext cx="6700238" cy="2162664"/>
          </a:xfrm>
        </p:spPr>
        <p:txBody>
          <a:bodyPr anchor="t"/>
          <a:lstStyle>
            <a:lvl1pPr algn="l">
              <a:lnSpc>
                <a:spcPct val="80000"/>
              </a:lnSpc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01</a:t>
            </a:r>
            <a:br>
              <a:rPr lang="en-GB" dirty="0"/>
            </a:br>
            <a:r>
              <a:rPr lang="en-GB" dirty="0"/>
              <a:t>Click to edit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A059B7-F8C4-DDAC-8831-8DEB457052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830" y="2321073"/>
            <a:ext cx="1786722" cy="178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188077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lue">
    <p:bg>
      <p:bgPr>
        <a:solidFill>
          <a:srgbClr val="00F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A35F6A9-2C8D-4FB9-B924-FE658DB02DD5}" type="datetime1">
              <a:rPr lang="en-GB" smtClean="0"/>
              <a:t>09/10/2026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Introduction to AI-Assisted Programming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tx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32718" y="2505029"/>
            <a:ext cx="6700238" cy="2162664"/>
          </a:xfrm>
        </p:spPr>
        <p:txBody>
          <a:bodyPr anchor="t"/>
          <a:lstStyle>
            <a:lvl1pPr algn="l">
              <a:lnSpc>
                <a:spcPct val="80000"/>
              </a:lnSpc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01</a:t>
            </a:r>
            <a:br>
              <a:rPr lang="en-GB" dirty="0"/>
            </a:br>
            <a:r>
              <a:rPr lang="en-GB" dirty="0"/>
              <a:t>Click to edit title style</a:t>
            </a:r>
          </a:p>
        </p:txBody>
      </p:sp>
      <p:pic>
        <p:nvPicPr>
          <p:cNvPr id="3" name="Picture 2" descr="A black and white image of two people&#10;&#10;Description automatically generated">
            <a:extLst>
              <a:ext uri="{FF2B5EF4-FFF2-40B4-BE49-F238E27FC236}">
                <a16:creationId xmlns:a16="http://schemas.microsoft.com/office/drawing/2014/main" id="{F5A059B7-F8C4-DDAC-8831-8DEB457052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30" y="2321073"/>
            <a:ext cx="1786722" cy="178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995235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 Blue">
    <p:bg>
      <p:bgPr>
        <a:solidFill>
          <a:srgbClr val="00F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B0A7020-E4C6-40DD-9E69-0DC13C82416A}" type="datetime1">
              <a:rPr lang="en-GB" smtClean="0"/>
              <a:t>09/10/2026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Introduction to AI-Assisted Programming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tx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32718" y="2505029"/>
            <a:ext cx="6700238" cy="2162664"/>
          </a:xfrm>
        </p:spPr>
        <p:txBody>
          <a:bodyPr anchor="t"/>
          <a:lstStyle>
            <a:lvl1pPr algn="l">
              <a:lnSpc>
                <a:spcPct val="80000"/>
              </a:lnSpc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01</a:t>
            </a:r>
            <a:br>
              <a:rPr lang="en-GB" dirty="0"/>
            </a:br>
            <a:r>
              <a:rPr lang="en-GB" dirty="0"/>
              <a:t>Click to edit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A059B7-F8C4-DDAC-8831-8DEB457052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830" y="2321073"/>
            <a:ext cx="1786722" cy="178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917366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ection Header Blue">
    <p:bg>
      <p:bgPr>
        <a:solidFill>
          <a:srgbClr val="00F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02B61-819F-4215-B495-E3A0EFD6EC07}" type="datetime1">
              <a:rPr lang="en-GB" smtClean="0"/>
              <a:t>09/10/2026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Introduction to AI-Assisted Programming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tx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32718" y="2505029"/>
            <a:ext cx="6700238" cy="2162664"/>
          </a:xfrm>
        </p:spPr>
        <p:txBody>
          <a:bodyPr anchor="t"/>
          <a:lstStyle>
            <a:lvl1pPr algn="l">
              <a:lnSpc>
                <a:spcPct val="80000"/>
              </a:lnSpc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01</a:t>
            </a:r>
            <a:br>
              <a:rPr lang="en-GB" dirty="0"/>
            </a:br>
            <a:r>
              <a:rPr lang="en-GB" dirty="0"/>
              <a:t>Click to edit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A059B7-F8C4-DDAC-8831-8DEB457052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830" y="2321073"/>
            <a:ext cx="1786722" cy="178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779282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Section Header Blue">
    <p:bg>
      <p:bgPr>
        <a:solidFill>
          <a:srgbClr val="00F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B9E15F-062C-43EE-BC48-353830617963}" type="datetime1">
              <a:rPr lang="en-GB" smtClean="0"/>
              <a:t>09/10/2026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Introduction to AI-Assisted Programming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tx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32718" y="2505029"/>
            <a:ext cx="6700238" cy="2162664"/>
          </a:xfrm>
        </p:spPr>
        <p:txBody>
          <a:bodyPr anchor="t"/>
          <a:lstStyle>
            <a:lvl1pPr algn="l">
              <a:lnSpc>
                <a:spcPct val="80000"/>
              </a:lnSpc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01</a:t>
            </a:r>
            <a:br>
              <a:rPr lang="en-GB" dirty="0"/>
            </a:br>
            <a:r>
              <a:rPr lang="en-GB" dirty="0"/>
              <a:t>Click to edit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A059B7-F8C4-DDAC-8831-8DEB457052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830" y="2321073"/>
            <a:ext cx="1786722" cy="178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542469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Section Header Blue">
    <p:bg>
      <p:bgPr>
        <a:solidFill>
          <a:srgbClr val="00F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A18657-9DEE-4C6F-B402-5FA5E455182F}" type="datetime1">
              <a:rPr lang="en-GB" smtClean="0"/>
              <a:t>09/10/2026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Introduction to AI-Assisted Programming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tx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32718" y="2505029"/>
            <a:ext cx="6700238" cy="2162664"/>
          </a:xfrm>
        </p:spPr>
        <p:txBody>
          <a:bodyPr anchor="t"/>
          <a:lstStyle>
            <a:lvl1pPr algn="l">
              <a:lnSpc>
                <a:spcPct val="80000"/>
              </a:lnSpc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01</a:t>
            </a:r>
            <a:br>
              <a:rPr lang="en-GB" dirty="0"/>
            </a:br>
            <a:r>
              <a:rPr lang="en-GB" dirty="0"/>
              <a:t>Click to edit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A059B7-F8C4-DDAC-8831-8DEB457052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830" y="2321073"/>
            <a:ext cx="1786722" cy="178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5951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Section Header Blue">
    <p:bg>
      <p:bgPr>
        <a:solidFill>
          <a:srgbClr val="00F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4704C0-6751-42CD-9A31-40B3572790F8}" type="datetime1">
              <a:rPr lang="en-GB" smtClean="0"/>
              <a:t>09/10/2026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Introduction to AI-Assisted Programming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tx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32718" y="2505029"/>
            <a:ext cx="6700238" cy="2162664"/>
          </a:xfrm>
        </p:spPr>
        <p:txBody>
          <a:bodyPr anchor="t"/>
          <a:lstStyle>
            <a:lvl1pPr algn="l">
              <a:lnSpc>
                <a:spcPct val="80000"/>
              </a:lnSpc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01</a:t>
            </a:r>
            <a:br>
              <a:rPr lang="en-GB" dirty="0"/>
            </a:br>
            <a:r>
              <a:rPr lang="en-GB" dirty="0"/>
              <a:t>Click to edit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A059B7-F8C4-DDAC-8831-8DEB457052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830" y="2321073"/>
            <a:ext cx="1786722" cy="178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240264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11063-EA65-485C-8301-8FA43B13787D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AI-Assisted Programming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52399BF-03C9-B24E-A780-BE7CD263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2234B-F0AA-AEA6-E636-52276BDE0E8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558367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D7AD65-3E40-A55B-332E-BB6300B58F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5800" y="1394619"/>
            <a:ext cx="558367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0AF79-7BDC-6C86-6328-5E1E4E4A08B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939635899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233F8-046B-4A5C-9007-1F1AD2775381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AI-Assisted Programming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52399BF-03C9-B24E-A780-BE7CD263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2234B-F0AA-AEA6-E636-52276BDE0E8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558367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D7AD65-3E40-A55B-332E-BB6300B58F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5800" y="1394619"/>
            <a:ext cx="558367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0AF79-7BDC-6C86-6328-5E1E4E4A08B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206395976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D0F34-3D43-4B8D-ADA4-14CCBB8EDF22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AI-Assisted Programming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52399BF-03C9-B24E-A780-BE7CD263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2234B-F0AA-AEA6-E636-52276BDE0E8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558367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tx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D7AD65-3E40-A55B-332E-BB6300B58F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5800" y="1394619"/>
            <a:ext cx="558367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chemeClr val="accent6"/>
              </a:buClr>
              <a:defRPr sz="1800"/>
            </a:lvl3pPr>
            <a:lvl4pPr>
              <a:buClr>
                <a:schemeClr val="accent6"/>
              </a:buClr>
              <a:defRPr sz="1800"/>
            </a:lvl4pPr>
            <a:lvl5pPr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0AF79-7BDC-6C86-6328-5E1E4E4A08B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773322227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B6343-0655-4443-A8B8-A4BAB6D8C07F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AI-Assisted Programming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2220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1999"/>
            <a:ext cx="3600000" cy="1010017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820BEAE3-D117-6A35-4CA0-AD8A32FA8A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588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380118A-A6AE-E8BE-5470-901DF79D51D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220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065361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Four Image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F412-10EA-4CFB-B14E-09F2321FCDAD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AI-Assisted Programming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2220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1999"/>
            <a:ext cx="3600000" cy="87505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820BEAE3-D117-6A35-4CA0-AD8A32FA8A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588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380118A-A6AE-E8BE-5470-901DF79D51D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220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569060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Four Images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73020-A5A2-4737-BF13-CE65F5A16124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AI-Assisted Programming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chemeClr val="accent6"/>
              </a:buClr>
              <a:defRPr sz="1800"/>
            </a:lvl3pPr>
            <a:lvl4pPr>
              <a:buClr>
                <a:schemeClr val="accent6"/>
              </a:buClr>
              <a:defRPr sz="1800"/>
            </a:lvl4pPr>
            <a:lvl5pPr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2220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1999"/>
            <a:ext cx="3600000" cy="1010017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820BEAE3-D117-6A35-4CA0-AD8A32FA8A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588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380118A-A6AE-E8BE-5470-901DF79D51D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220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226118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in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CFEAB-E41D-496F-89F1-067636B26939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AI-Assisted Programming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3804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928214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3BF8A661-BC32-12AC-2F2D-D852D8FEEC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0020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24D9351-99D0-9E5B-7115-9BACEF47F4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5880" y="2331064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1A1E6C-1250-255D-C128-8D998573C34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3804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07F7AF8-8070-56D1-C887-AB07C4710C1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0020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CCCE168-E156-6A02-DEEC-8F9AC2E8B01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7588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35D5F28-4EFB-7DB6-B73E-ECA9F671D6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3804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BE80ECC-3276-2379-3DA7-E599F908B35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0020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704966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ine Image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429AD-E80D-43F0-B8C4-A0437D212C50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AI-Assisted Programming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3804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1999"/>
            <a:ext cx="3600000" cy="1010017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3BF8A661-BC32-12AC-2F2D-D852D8FEEC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0020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24D9351-99D0-9E5B-7115-9BACEF47F4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5880" y="2331064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1A1E6C-1250-255D-C128-8D998573C34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3804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07F7AF8-8070-56D1-C887-AB07C4710C1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0020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CCCE168-E156-6A02-DEEC-8F9AC2E8B01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7588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35D5F28-4EFB-7DB6-B73E-ECA9F671D6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3804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BE80ECC-3276-2379-3DA7-E599F908B35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0020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784684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ine Images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367D8-780F-4511-BB7C-6B1768D5D31D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AI-Assisted Programming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chemeClr val="accent6"/>
              </a:buClr>
              <a:defRPr sz="1800"/>
            </a:lvl3pPr>
            <a:lvl4pPr>
              <a:buClr>
                <a:schemeClr val="accent6"/>
              </a:buClr>
              <a:defRPr sz="1800"/>
            </a:lvl4pPr>
            <a:lvl5pPr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3804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3BF8A661-BC32-12AC-2F2D-D852D8FEEC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0020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24D9351-99D0-9E5B-7115-9BACEF47F4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5880" y="2331064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1A1E6C-1250-255D-C128-8D998573C34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3804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07F7AF8-8070-56D1-C887-AB07C4710C1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0020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CCCE168-E156-6A02-DEEC-8F9AC2E8B01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7588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35D5F28-4EFB-7DB6-B73E-ECA9F671D6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3804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BE80ECC-3276-2379-3DA7-E599F908B35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0020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354154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846E4-2B70-40A4-9433-835E504C5B78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AI-Assisted Programming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232" y="327819"/>
            <a:ext cx="558323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146EC-D096-3118-B564-94943B4AAE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8087009-76FB-8577-E442-4BA57C9BC40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1339553058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A7CCF-39F1-49A0-AEF4-5081CE998F77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AI-Assisted Programming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232" y="327819"/>
            <a:ext cx="558323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146EC-D096-3118-B564-94943B4AAE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8087009-76FB-8577-E442-4BA57C9BC40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3640183430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7BA70-6322-43C1-94DC-D039B39CB1E5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AI-Assisted Programming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232" y="327819"/>
            <a:ext cx="558323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chemeClr val="accent6"/>
              </a:buClr>
              <a:defRPr sz="1800"/>
            </a:lvl3pPr>
            <a:lvl4pPr>
              <a:buClr>
                <a:schemeClr val="accent6"/>
              </a:buClr>
              <a:defRPr sz="1800"/>
            </a:lvl4pPr>
            <a:lvl5pPr>
              <a:buClr>
                <a:schemeClr val="accent6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146EC-D096-3118-B564-94943B4AAE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8087009-76FB-8577-E442-4BA57C9BC40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974509294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7DAFE-DBA1-4A09-A49F-E636C08D284D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AI-Assisted Programming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761" y="327819"/>
            <a:ext cx="557400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9D81BEA-7EB3-2BC8-30E0-0E8C91FA2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9D4F2-8CDC-D853-BB4E-3D1330CD34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6593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785877609"/>
      </p:ext>
    </p:extLst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F3E9D-2DE3-4D5A-B05F-D877DED77C25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AI-Assisted Programming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761" y="327819"/>
            <a:ext cx="557400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FF7F"/>
              </a:buClr>
              <a:defRPr sz="1800"/>
            </a:lvl3pPr>
            <a:lvl4pPr>
              <a:buClr>
                <a:srgbClr val="00FF7F"/>
              </a:buClr>
              <a:defRPr sz="1800"/>
            </a:lvl4pPr>
            <a:lvl5pPr>
              <a:buClr>
                <a:srgbClr val="00FF7F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9D81BEA-7EB3-2BC8-30E0-0E8C91FA2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9D4F2-8CDC-D853-BB4E-3D1330CD34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6593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4240842164"/>
      </p:ext>
    </p:extLst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A17EE-44C4-4272-8C98-5EA8DB2CCCF7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AI-Assisted Programming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761" y="327819"/>
            <a:ext cx="557400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buClr>
                <a:srgbClr val="006400"/>
              </a:buClr>
              <a:defRPr sz="1800"/>
            </a:lvl3pPr>
            <a:lvl4pPr>
              <a:buClr>
                <a:srgbClr val="006400"/>
              </a:buClr>
              <a:defRPr sz="1800"/>
            </a:lvl4pPr>
            <a:lvl5pPr>
              <a:buClr>
                <a:srgbClr val="006400"/>
              </a:buClr>
              <a:defRPr sz="18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9D81BEA-7EB3-2BC8-30E0-0E8C91FA2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9D4F2-8CDC-D853-BB4E-3D1330CD34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6593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3782778189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57D5B-8344-4F1A-A53D-3F06760A22EE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AI-Assisted Programming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232" y="327819"/>
            <a:ext cx="11541025" cy="593328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4B053A-20C0-FAD5-8DBE-F33035C94A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3306752833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F500A-5FD8-4195-B64D-0864905B7984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AI-Assisted Programming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232" y="327819"/>
            <a:ext cx="11541025" cy="593328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4B053A-20C0-FAD5-8DBE-F33035C94A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3115991555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Khaki">
    <p:bg>
      <p:bgPr>
        <a:solidFill>
          <a:srgbClr val="98FB98">
            <a:alpha val="3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23EE5-1C17-4720-B7BE-8168A6010685}" type="datetime1">
              <a:rPr lang="en-GB" smtClean="0"/>
              <a:t>09/10/2026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AI-Assisted Programming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232" y="327819"/>
            <a:ext cx="11541025" cy="593328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4B053A-20C0-FAD5-8DBE-F33035C94A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tx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2859685012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3"/>
            <a:ext cx="12193489" cy="6857999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33404"/>
      </p:ext>
    </p:extLst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green and black logo&#10;&#10;Description automatically generated">
            <a:extLst>
              <a:ext uri="{FF2B5EF4-FFF2-40B4-BE49-F238E27FC236}">
                <a16:creationId xmlns:a16="http://schemas.microsoft.com/office/drawing/2014/main" id="{98DBF964-2C27-A4D1-7AEE-2AE56263D6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70" y="327819"/>
            <a:ext cx="11536293" cy="221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105972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0271" y="3338719"/>
            <a:ext cx="9144000" cy="1828406"/>
          </a:xfrm>
        </p:spPr>
        <p:txBody>
          <a:bodyPr anchor="t"/>
          <a:lstStyle>
            <a:lvl1pPr algn="l">
              <a:defRPr sz="6400">
                <a:solidFill>
                  <a:srgbClr val="98FB98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9DDF72-DF0B-FA74-2E07-D490692B3F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8188" y="327819"/>
            <a:ext cx="3964683" cy="1097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926829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0F4440-CEDC-0D92-E0D5-5C1E3B59B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CA021F-8558-9528-DA3D-486CCDBEB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6232" y="1394619"/>
            <a:ext cx="11541025" cy="48664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1A8F0-AC4B-E4A0-94D0-99C4BFD973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850">
                <a:solidFill>
                  <a:srgbClr val="232333"/>
                </a:solidFill>
              </a:defRPr>
            </a:lvl1pPr>
          </a:lstStyle>
          <a:p>
            <a:fld id="{DBBF74BF-A73C-47DF-B6E5-A9970CAB19EA}" type="datetime1">
              <a:rPr lang="en-GB" smtClean="0"/>
              <a:t>09/10/2026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0FC7A-298A-77A0-6596-56B0B3FD8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defRPr sz="850">
                <a:solidFill>
                  <a:srgbClr val="232333"/>
                </a:solidFill>
              </a:defRPr>
            </a:lvl1pPr>
          </a:lstStyle>
          <a:p>
            <a:r>
              <a:rPr lang="en-GB"/>
              <a:t>Introduction to AI-Assisted Programming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17C40-7EB7-0CFD-6F6C-54AE57DE1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>
              <a:defRPr sz="850" b="1">
                <a:solidFill>
                  <a:srgbClr val="232333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96CDD9-97E9-735B-8549-0F3AE3CCAC58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rgbClr val="232333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1145082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715" r:id="rId2"/>
    <p:sldLayoutId id="2147483716" r:id="rId3"/>
    <p:sldLayoutId id="2147483717" r:id="rId4"/>
    <p:sldLayoutId id="2147483718" r:id="rId5"/>
    <p:sldLayoutId id="2147483658" r:id="rId6"/>
    <p:sldLayoutId id="2147483681" r:id="rId7"/>
    <p:sldLayoutId id="2147483682" r:id="rId8"/>
    <p:sldLayoutId id="2147483675" r:id="rId9"/>
    <p:sldLayoutId id="2147483650" r:id="rId10"/>
    <p:sldLayoutId id="2147483683" r:id="rId11"/>
    <p:sldLayoutId id="2147483684" r:id="rId12"/>
    <p:sldLayoutId id="2147483652" r:id="rId13"/>
    <p:sldLayoutId id="2147483685" r:id="rId14"/>
    <p:sldLayoutId id="2147483686" r:id="rId15"/>
    <p:sldLayoutId id="2147483659" r:id="rId16"/>
    <p:sldLayoutId id="2147483687" r:id="rId17"/>
    <p:sldLayoutId id="2147483688" r:id="rId18"/>
    <p:sldLayoutId id="2147483660" r:id="rId19"/>
    <p:sldLayoutId id="2147483689" r:id="rId20"/>
    <p:sldLayoutId id="2147483690" r:id="rId21"/>
    <p:sldLayoutId id="2147483677" r:id="rId22"/>
    <p:sldLayoutId id="2147483691" r:id="rId23"/>
    <p:sldLayoutId id="2147483692" r:id="rId24"/>
    <p:sldLayoutId id="2147483676" r:id="rId25"/>
    <p:sldLayoutId id="2147483721" r:id="rId26"/>
    <p:sldLayoutId id="2147483666" r:id="rId27"/>
    <p:sldLayoutId id="2147483719" r:id="rId28"/>
    <p:sldLayoutId id="2147483720" r:id="rId29"/>
    <p:sldLayoutId id="2147483722" r:id="rId30"/>
    <p:sldLayoutId id="2147483723" r:id="rId31"/>
    <p:sldLayoutId id="2147483724" r:id="rId32"/>
    <p:sldLayoutId id="2147483661" r:id="rId33"/>
    <p:sldLayoutId id="2147483695" r:id="rId34"/>
    <p:sldLayoutId id="2147483696" r:id="rId35"/>
    <p:sldLayoutId id="2147483669" r:id="rId36"/>
    <p:sldLayoutId id="2147483697" r:id="rId37"/>
    <p:sldLayoutId id="2147483698" r:id="rId38"/>
    <p:sldLayoutId id="2147483678" r:id="rId39"/>
    <p:sldLayoutId id="2147483699" r:id="rId40"/>
    <p:sldLayoutId id="2147483700" r:id="rId41"/>
    <p:sldLayoutId id="2147483662" r:id="rId42"/>
    <p:sldLayoutId id="2147483701" r:id="rId43"/>
    <p:sldLayoutId id="2147483702" r:id="rId44"/>
    <p:sldLayoutId id="2147483663" r:id="rId45"/>
    <p:sldLayoutId id="2147483703" r:id="rId46"/>
    <p:sldLayoutId id="2147483704" r:id="rId47"/>
    <p:sldLayoutId id="2147483664" r:id="rId48"/>
    <p:sldLayoutId id="2147483705" r:id="rId49"/>
    <p:sldLayoutId id="2147483706" r:id="rId50"/>
    <p:sldLayoutId id="2147483665" r:id="rId51"/>
    <p:sldLayoutId id="2147483670" r:id="rId52"/>
    <p:sldLayoutId id="2147483673" r:id="rId53"/>
  </p:sldLayoutIdLst>
  <p:transition>
    <p:fade/>
  </p:transition>
  <p:hf hdr="0"/>
  <p:txStyles>
    <p:titleStyle>
      <a:lvl1pPr algn="l" defTabSz="685765" rtl="0" eaLnBrk="1" latinLnBrk="0" hangingPunct="1">
        <a:lnSpc>
          <a:spcPct val="90000"/>
        </a:lnSpc>
        <a:spcBef>
          <a:spcPct val="0"/>
        </a:spcBef>
        <a:buNone/>
        <a:defRPr sz="2600" b="1" kern="1200">
          <a:solidFill>
            <a:srgbClr val="006400"/>
          </a:solidFill>
          <a:latin typeface="+mj-lt"/>
          <a:ea typeface="+mj-ea"/>
          <a:cs typeface="+mj-cs"/>
        </a:defRPr>
      </a:lvl1pPr>
    </p:titleStyle>
    <p:bodyStyle>
      <a:lvl1pPr marL="0" indent="0" algn="l" defTabSz="685765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685765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j-lt"/>
          <a:ea typeface="+mn-ea"/>
          <a:cs typeface="+mn-cs"/>
        </a:defRPr>
      </a:lvl2pPr>
      <a:lvl3pPr marL="161991" indent="-161991" algn="l" defTabSz="685765" rtl="0" eaLnBrk="1" latinLnBrk="0" hangingPunct="1">
        <a:lnSpc>
          <a:spcPct val="105000"/>
        </a:lnSpc>
        <a:spcBef>
          <a:spcPts val="0"/>
        </a:spcBef>
        <a:buClr>
          <a:srgbClr val="00FF7F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323984" indent="-161991" algn="l" defTabSz="685765" rtl="0" eaLnBrk="1" latinLnBrk="0" hangingPunct="1">
        <a:lnSpc>
          <a:spcPct val="105000"/>
        </a:lnSpc>
        <a:spcBef>
          <a:spcPts val="0"/>
        </a:spcBef>
        <a:buClr>
          <a:srgbClr val="00FF7F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485975" indent="-161991" algn="l" defTabSz="685765" rtl="0" eaLnBrk="1" latinLnBrk="0" hangingPunct="1">
        <a:lnSpc>
          <a:spcPct val="105000"/>
        </a:lnSpc>
        <a:spcBef>
          <a:spcPts val="0"/>
        </a:spcBef>
        <a:buClr>
          <a:srgbClr val="00FF7F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3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6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18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1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2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5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7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2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5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77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206" userDrawn="1">
          <p15:clr>
            <a:srgbClr val="F26B43"/>
          </p15:clr>
        </p15:guide>
        <p15:guide id="4" pos="7475" userDrawn="1">
          <p15:clr>
            <a:srgbClr val="F26B43"/>
          </p15:clr>
        </p15:guide>
        <p15:guide id="5" orient="horz" pos="207" userDrawn="1">
          <p15:clr>
            <a:srgbClr val="F26B43"/>
          </p15:clr>
        </p15:guide>
        <p15:guide id="6" orient="horz" pos="4114" userDrawn="1">
          <p15:clr>
            <a:srgbClr val="F26B43"/>
          </p15:clr>
        </p15:guide>
        <p15:guide id="7" orient="horz" pos="3944" userDrawn="1">
          <p15:clr>
            <a:srgbClr val="F26B43"/>
          </p15:clr>
        </p15:guide>
        <p15:guide id="8" orient="horz" pos="879" userDrawn="1">
          <p15:clr>
            <a:srgbClr val="F26B43"/>
          </p15:clr>
        </p15:guide>
        <p15:guide id="9" pos="3723" userDrawn="1">
          <p15:clr>
            <a:srgbClr val="F26B43"/>
          </p15:clr>
        </p15:guide>
        <p15:guide id="10" pos="395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mperialCollegeLondon/RCDS-introduction-to-AI-assisted-programming/blob/main/README.md" TargetMode="External"/><Relationship Id="rId2" Type="http://schemas.openxmlformats.org/officeDocument/2006/relationships/hyperlink" Target="https://github.com/ImperialCollegeLondon/RCDS-introduction-to-AI-assisted-programming/tree/main" TargetMode="Externa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cri.short.gy/feedback-ai-prog-intro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310F9-D512-9C1B-E7F7-CB3B0A0847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AI-Assisted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96B32E-0CD9-F2D8-2306-5FCD14471B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Chris Cooling</a:t>
            </a:r>
          </a:p>
          <a:p>
            <a:r>
              <a:rPr lang="en-GB" dirty="0"/>
              <a:t>ECRI Senior Teaching Fellow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5044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D226D-AEEE-9CAD-EC6D-58B1E3EBB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38" y="251619"/>
            <a:ext cx="11541125" cy="378619"/>
          </a:xfrm>
        </p:spPr>
        <p:txBody>
          <a:bodyPr/>
          <a:lstStyle/>
          <a:p>
            <a:r>
              <a:rPr lang="en-GB" sz="2800" dirty="0"/>
              <a:t>Important Information on Marking your Attendance on Inkpath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9243C-26C4-B42B-1D89-75DB3A5CA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437" y="1773239"/>
            <a:ext cx="11541125" cy="3608230"/>
          </a:xfrm>
        </p:spPr>
        <p:txBody>
          <a:bodyPr/>
          <a:lstStyle/>
          <a:p>
            <a:r>
              <a:rPr lang="en-GB" sz="3200" dirty="0"/>
              <a:t>I will show you a QR code at the end of the session allowing you to mark your attendance on Inkpath. Please do not mark your attendance until then.</a:t>
            </a:r>
            <a:br>
              <a:rPr lang="en-GB" sz="3200" dirty="0"/>
            </a:br>
            <a:br>
              <a:rPr lang="en-GB" sz="3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200" dirty="0"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If you are a Postgraduate Research student, this is required for receiving your ECRI professional development credit for this course.</a:t>
            </a:r>
            <a:endParaRPr lang="en-GB" sz="32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2808B-580A-CD49-CD2A-D7F1741348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41013" y="6393657"/>
            <a:ext cx="1234282" cy="137319"/>
          </a:xfrm>
        </p:spPr>
        <p:txBody>
          <a:bodyPr/>
          <a:lstStyle/>
          <a:p>
            <a:fld id="{C718BC38-C27E-42ED-B708-4E08619BA91D}" type="datetime1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F2B04-CF1B-39C4-E124-D0EE6DA13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65325" y="6393657"/>
            <a:ext cx="3423444" cy="137319"/>
          </a:xfrm>
        </p:spPr>
        <p:txBody>
          <a:bodyPr/>
          <a:lstStyle/>
          <a:p>
            <a:r>
              <a:rPr lang="en-GB"/>
              <a:t>Introduction to AI-Assisted Programming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CE7C2-9D41-F6F6-A942-18570AA93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6457" y="6393657"/>
            <a:ext cx="319088" cy="137319"/>
          </a:xfrm>
        </p:spPr>
        <p:txBody>
          <a:bodyPr/>
          <a:lstStyle/>
          <a:p>
            <a:fld id="{CBA53E11-492D-48B3-9F9B-09541CA2A39A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91869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D226D-AEEE-9CAD-EC6D-58B1E3EBB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38" y="251619"/>
            <a:ext cx="11541125" cy="378619"/>
          </a:xfrm>
        </p:spPr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9243C-26C4-B42B-1D89-75DB3A5CA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438" y="1394619"/>
            <a:ext cx="11541125" cy="4866481"/>
          </a:xfrm>
        </p:spPr>
        <p:txBody>
          <a:bodyPr/>
          <a:lstStyle/>
          <a:p>
            <a:pPr marL="514350" lvl="0" indent="-5143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Describe</a:t>
            </a: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the basics of how generative AI works.</a:t>
            </a:r>
          </a:p>
          <a:p>
            <a:pPr marL="514350" lvl="0" indent="-5143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Discuss</a:t>
            </a: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common ethical considerations around the use of generative AI in the context of programming.</a:t>
            </a:r>
          </a:p>
          <a:p>
            <a:pPr marL="514350" lvl="0" indent="-5143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Evaluate</a:t>
            </a: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when it is appropriate to use AI assistance when programming.</a:t>
            </a:r>
          </a:p>
          <a:p>
            <a:pPr marL="514350" lvl="0" indent="-5143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Use</a:t>
            </a: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a common generative AI tool to assist programming, including critically evaluating its output.</a:t>
            </a:r>
          </a:p>
          <a:p>
            <a:pPr marL="514350" lvl="0" indent="-5143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3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Design</a:t>
            </a: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prompts most likely to produce useful outputs.</a:t>
            </a:r>
            <a:endParaRPr lang="en-GB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2808B-580A-CD49-CD2A-D7F1741348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41013" y="6393657"/>
            <a:ext cx="1234282" cy="137319"/>
          </a:xfrm>
        </p:spPr>
        <p:txBody>
          <a:bodyPr/>
          <a:lstStyle/>
          <a:p>
            <a:fld id="{D61E177E-917F-4329-8599-0FCAC72F92F2}" type="datetime1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F2B04-CF1B-39C4-E124-D0EE6DA13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65325" y="6393657"/>
            <a:ext cx="3423444" cy="137319"/>
          </a:xfrm>
        </p:spPr>
        <p:txBody>
          <a:bodyPr/>
          <a:lstStyle/>
          <a:p>
            <a:r>
              <a:rPr lang="en-GB"/>
              <a:t>Introduction to AI-Assisted Programming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CE7C2-9D41-F6F6-A942-18570AA93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6457" y="6393657"/>
            <a:ext cx="319088" cy="137319"/>
          </a:xfrm>
        </p:spPr>
        <p:txBody>
          <a:bodyPr/>
          <a:lstStyle/>
          <a:p>
            <a:fld id="{CBA53E11-492D-48B3-9F9B-09541CA2A39A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07505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D226D-AEEE-9CAD-EC6D-58B1E3EBB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38" y="251619"/>
            <a:ext cx="11541125" cy="378619"/>
          </a:xfrm>
        </p:spPr>
        <p:txBody>
          <a:bodyPr/>
          <a:lstStyle/>
          <a:p>
            <a:r>
              <a:rPr lang="en-US" dirty="0"/>
              <a:t>Course 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9243C-26C4-B42B-1D89-75DB3A5CA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438" y="1394619"/>
            <a:ext cx="11541125" cy="4866481"/>
          </a:xfrm>
        </p:spPr>
        <p:txBody>
          <a:bodyPr/>
          <a:lstStyle/>
          <a:p>
            <a:pPr marL="514350" lvl="0" indent="-5143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course materials are stored in a </a:t>
            </a: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GitHub repository</a:t>
            </a:r>
            <a:endParaRPr lang="en-US" sz="3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14350" lvl="0" indent="-5143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Instructions for using the materials are found in the </a:t>
            </a: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readme</a:t>
            </a:r>
            <a:endParaRPr lang="en-US" sz="3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14350" lvl="0" indent="-5143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materials are designed to be accessed through a GitHub Codespace</a:t>
            </a:r>
            <a:endParaRPr lang="en-US" sz="3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14350" lvl="0" indent="-5143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materials can also be downloaded and run locally</a:t>
            </a:r>
          </a:p>
          <a:p>
            <a:pPr marL="514350" lvl="0" indent="-5143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You can also star/fork the repository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2808B-580A-CD49-CD2A-D7F1741348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41013" y="6393657"/>
            <a:ext cx="1234282" cy="137319"/>
          </a:xfrm>
        </p:spPr>
        <p:txBody>
          <a:bodyPr/>
          <a:lstStyle/>
          <a:p>
            <a:fld id="{80893C79-CCCD-4BDD-989B-0A3D05D1E3C5}" type="datetime1">
              <a:rPr lang="en-GB" smtClean="0"/>
              <a:t>09/10/2026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F2B04-CF1B-39C4-E124-D0EE6DA13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65325" y="6393657"/>
            <a:ext cx="3423444" cy="137319"/>
          </a:xfrm>
        </p:spPr>
        <p:txBody>
          <a:bodyPr/>
          <a:lstStyle/>
          <a:p>
            <a:r>
              <a:rPr lang="en-GB"/>
              <a:t>Introduction to AI-Assisted Programming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CE7C2-9D41-F6F6-A942-18570AA93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6457" y="6393657"/>
            <a:ext cx="319088" cy="137319"/>
          </a:xfrm>
        </p:spPr>
        <p:txBody>
          <a:bodyPr/>
          <a:lstStyle/>
          <a:p>
            <a:fld id="{CBA53E11-492D-48B3-9F9B-09541CA2A39A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361499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9A737-0B87-8D06-30BC-159A01E55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AE690-3DB5-C8AC-A9B4-2E152B27C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Please take 3 minutes to complete the evaluation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64DF49-9A4D-5154-542F-802801365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FB9E1-F59E-4B1E-AB8B-98B6DECF71D9}" type="datetime1">
              <a:rPr lang="en-GB" smtClean="0"/>
              <a:t>09/10/2026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B811AD-8D42-0DE4-1E96-E0C6A5A11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Introduction to AI-Assisted Programming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1DDFA7-DE3D-8D77-CFD3-B19A6CF5B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7DBC8-6B4B-6860-9339-77D08AD9E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 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7B57BE-29B8-B7BA-15CB-930F83F6EB26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768248" y="1509025"/>
            <a:ext cx="5489924" cy="414226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Once you’ve completed this course, please provide feedback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GB" sz="2800" dirty="0"/>
              <a:t>The link is </a:t>
            </a:r>
            <a:r>
              <a:rPr lang="en-GB" sz="2800" dirty="0">
                <a:hlinkClick r:id="rId3"/>
              </a:rPr>
              <a:t>https://ecri.short.gy/feedback-ai-prog-intro</a:t>
            </a:r>
            <a:endParaRPr lang="en-GB" sz="2800" dirty="0"/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GB" sz="2800" dirty="0"/>
              <a:t>You should also have received an email with this link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GB" sz="2800" dirty="0"/>
              <a:t>This helps us improve the class for future students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C0A4C1-C115-8DDD-D437-EEE734C506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800" y="912395"/>
            <a:ext cx="5067300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190070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C92A0-DAFD-2CE4-F5BD-315A0135C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500" y="3338513"/>
            <a:ext cx="9144000" cy="1828800"/>
          </a:xfrm>
        </p:spPr>
        <p:txBody>
          <a:bodyPr/>
          <a:lstStyle/>
          <a:p>
            <a:r>
              <a:rPr lang="en-US" dirty="0">
                <a:solidFill>
                  <a:srgbClr val="98FB98"/>
                </a:solidFill>
              </a:rPr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972F5-B010-8428-D0AA-F619C83E71DE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30200" y="5878513"/>
            <a:ext cx="5606257" cy="652463"/>
          </a:xfrm>
        </p:spPr>
        <p:txBody>
          <a:bodyPr/>
          <a:lstStyle/>
          <a:p>
            <a:r>
              <a:rPr lang="en-US" dirty="0"/>
              <a:t>Presentation Title</a:t>
            </a:r>
          </a:p>
          <a:p>
            <a:r>
              <a:rPr lang="en-US" dirty="0"/>
              <a:t>DD/MM/YYYY</a:t>
            </a:r>
          </a:p>
        </p:txBody>
      </p:sp>
    </p:spTree>
    <p:extLst>
      <p:ext uri="{BB962C8B-B14F-4D97-AF65-F5344CB8AC3E}">
        <p14:creationId xmlns:p14="http://schemas.microsoft.com/office/powerpoint/2010/main" val="228745162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ICL PPT Theme">
  <a:themeElements>
    <a:clrScheme name="Imperial colour theme">
      <a:dk1>
        <a:sysClr val="windowText" lastClr="000000"/>
      </a:dk1>
      <a:lt1>
        <a:sysClr val="window" lastClr="FFFFFF"/>
      </a:lt1>
      <a:dk2>
        <a:srgbClr val="000080"/>
      </a:dk2>
      <a:lt2>
        <a:srgbClr val="F5F5F5"/>
      </a:lt2>
      <a:accent1>
        <a:srgbClr val="0000CD"/>
      </a:accent1>
      <a:accent2>
        <a:srgbClr val="C71585"/>
      </a:accent2>
      <a:accent3>
        <a:srgbClr val="7B68EE"/>
      </a:accent3>
      <a:accent4>
        <a:srgbClr val="FF0000"/>
      </a:accent4>
      <a:accent5>
        <a:srgbClr val="FF4500"/>
      </a:accent5>
      <a:accent6>
        <a:srgbClr val="006400"/>
      </a:accent6>
      <a:hlink>
        <a:srgbClr val="000080"/>
      </a:hlink>
      <a:folHlink>
        <a:srgbClr val="C71585"/>
      </a:folHlink>
    </a:clrScheme>
    <a:fontScheme name="Imperial College Standard Font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05000"/>
          </a:lnSpc>
          <a:defRPr sz="1600" dirty="0">
            <a:solidFill>
              <a:schemeClr val="tx1"/>
            </a:solidFill>
          </a:defRPr>
        </a:defPPr>
      </a:lstStyle>
    </a:txDef>
  </a:objectDefaults>
  <a:extraClrSchemeLst/>
  <a:custClrLst>
    <a:custClr name="Dark">
      <a:srgbClr val="232333"/>
    </a:custClr>
    <a:custClr name="Navy">
      <a:srgbClr val="000080"/>
    </a:custClr>
    <a:custClr name="Saddle Brown">
      <a:srgbClr val="8B4513"/>
    </a:custClr>
    <a:custClr name="Teal">
      <a:srgbClr val="008080"/>
    </a:custClr>
    <a:custClr name="Medium Violet Red">
      <a:srgbClr val="C71585"/>
    </a:custClr>
    <a:custClr name="Indigo">
      <a:srgbClr val="4B0082"/>
    </a:custClr>
    <a:custClr name="Crimson">
      <a:srgbClr val="DC143C"/>
    </a:custClr>
    <a:custClr name="Orange Red">
      <a:srgbClr val="FF4500"/>
    </a:custClr>
    <a:custClr name="Dark Green">
      <a:srgbClr val="006400"/>
    </a:custClr>
    <a:custClr>
      <a:srgbClr val="FFFFFF"/>
    </a:custClr>
    <a:custClr name="Slate Grey">
      <a:srgbClr val="708090"/>
    </a:custClr>
    <a:custClr name="Imperial Blue">
      <a:srgbClr val="0000CD"/>
    </a:custClr>
    <a:custClr name="Yellow">
      <a:srgbClr val="FFFF00"/>
    </a:custClr>
    <a:custClr name="Turquoise">
      <a:srgbClr val="40E0D0"/>
    </a:custClr>
    <a:custClr name="Violet">
      <a:srgbClr val="EE82EE"/>
    </a:custClr>
    <a:custClr name="Medium Blue Slate">
      <a:srgbClr val="7B68EE"/>
    </a:custClr>
    <a:custClr name="Red">
      <a:srgbClr val="FF0000"/>
    </a:custClr>
    <a:custClr name="Dark Orange">
      <a:srgbClr val="FF8C00"/>
    </a:custClr>
    <a:custClr name="Spring Green">
      <a:srgbClr val="00FF7F"/>
    </a:custClr>
    <a:custClr>
      <a:srgbClr val="FFFFFF"/>
    </a:custClr>
    <a:custClr name="White Smoke">
      <a:srgbClr val="F5F5F5"/>
    </a:custClr>
    <a:custClr name="Deep Sky Blue">
      <a:srgbClr val="00BFFF"/>
    </a:custClr>
    <a:custClr name="Khaki">
      <a:srgbClr val="F0E68C"/>
    </a:custClr>
    <a:custClr name="Pale Turquoise">
      <a:srgbClr val="AFEEEE"/>
    </a:custClr>
    <a:custClr name="Light Pink">
      <a:srgbClr val="FFB6C1"/>
    </a:custClr>
    <a:custClr name="Lavender">
      <a:srgbClr val="E6E6FA"/>
    </a:custClr>
    <a:custClr name="Salmon">
      <a:srgbClr val="FA8072"/>
    </a:custClr>
    <a:custClr name="Orange">
      <a:srgbClr val="FFA500"/>
    </a:custClr>
    <a:custClr name="Pale Green">
      <a:srgbClr val="98FB98"/>
    </a:custClr>
  </a:custClrLst>
  <a:extLst>
    <a:ext uri="{05A4C25C-085E-4340-85A3-A5531E510DB2}">
      <thm15:themeFamily xmlns:thm15="http://schemas.microsoft.com/office/thememl/2012/main" name="Arial_ICL_PowerPoint 16_9 template.potx" id="{0A6366DA-4143-4819-954D-649CAC6891CC}" vid="{00E466E9-FA83-448D-94BE-48FEA435C0D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">
      <a:srgbClr val="232333"/>
    </a:custClr>
    <a:custClr name="Navy">
      <a:srgbClr val="000080"/>
    </a:custClr>
    <a:custClr name="Saddle Brown">
      <a:srgbClr val="8B4513"/>
    </a:custClr>
    <a:custClr name="Teal">
      <a:srgbClr val="008080"/>
    </a:custClr>
    <a:custClr name="Medium Violet Red">
      <a:srgbClr val="C71585"/>
    </a:custClr>
    <a:custClr name="Indigo">
      <a:srgbClr val="4B0082"/>
    </a:custClr>
    <a:custClr name="Crimson">
      <a:srgbClr val="DC143C"/>
    </a:custClr>
    <a:custClr name="Orange Red">
      <a:srgbClr val="FF4500"/>
    </a:custClr>
    <a:custClr name="Dark Green">
      <a:srgbClr val="006400"/>
    </a:custClr>
    <a:custClr>
      <a:srgbClr val="FFFFFF"/>
    </a:custClr>
    <a:custClr name="Slate Grey">
      <a:srgbClr val="708090"/>
    </a:custClr>
    <a:custClr name="Imperial Blue">
      <a:srgbClr val="0000CD"/>
    </a:custClr>
    <a:custClr name="Yellow">
      <a:srgbClr val="FFFF00"/>
    </a:custClr>
    <a:custClr name="Turquoise">
      <a:srgbClr val="40E0D0"/>
    </a:custClr>
    <a:custClr name="Violet">
      <a:srgbClr val="EE82EE"/>
    </a:custClr>
    <a:custClr name="Medium Blue Slate">
      <a:srgbClr val="7B68EE"/>
    </a:custClr>
    <a:custClr name="Red">
      <a:srgbClr val="FF0000"/>
    </a:custClr>
    <a:custClr name="Dark Orange">
      <a:srgbClr val="FF8C00"/>
    </a:custClr>
    <a:custClr name="Spring Green">
      <a:srgbClr val="00FF7F"/>
    </a:custClr>
    <a:custClr>
      <a:srgbClr val="FFFFFF"/>
    </a:custClr>
    <a:custClr name="White Smoke">
      <a:srgbClr val="F5F5F5"/>
    </a:custClr>
    <a:custClr name="Deep Sky Blue">
      <a:srgbClr val="00BFFF"/>
    </a:custClr>
    <a:custClr name="Khaki">
      <a:srgbClr val="F0E68C"/>
    </a:custClr>
    <a:custClr name="Pale Turquoise">
      <a:srgbClr val="AFEEEE"/>
    </a:custClr>
    <a:custClr name="Light Pink">
      <a:srgbClr val="FFB6C1"/>
    </a:custClr>
    <a:custClr name="Lavender">
      <a:srgbClr val="E6E6FA"/>
    </a:custClr>
    <a:custClr name="Salmon">
      <a:srgbClr val="FA8072"/>
    </a:custClr>
    <a:custClr name="Orange">
      <a:srgbClr val="FFA500"/>
    </a:custClr>
    <a:custClr name="Pale Green">
      <a:srgbClr val="98FB9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ICL PPT Theme</Template>
  <TotalTime>3455</TotalTime>
  <Words>270</Words>
  <Application>Microsoft Office PowerPoint</Application>
  <PresentationFormat>Widescreen</PresentationFormat>
  <Paragraphs>49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Calibri</vt:lpstr>
      <vt:lpstr>Times New Roman</vt:lpstr>
      <vt:lpstr>Arial</vt:lpstr>
      <vt:lpstr>ICL PPT Theme</vt:lpstr>
      <vt:lpstr>Introduction to AI-Assisted Programming</vt:lpstr>
      <vt:lpstr>Important Information on Marking your Attendance on Inkpath</vt:lpstr>
      <vt:lpstr>Learning Outcomes</vt:lpstr>
      <vt:lpstr>Course Materials</vt:lpstr>
      <vt:lpstr>Please take 3 minutes to complete the evaluation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goes here xxxxx</dc:title>
  <dc:creator>Carly Murphy-Merrydew</dc:creator>
  <cp:lastModifiedBy>Cooling, Chris</cp:lastModifiedBy>
  <cp:revision>16</cp:revision>
  <dcterms:created xsi:type="dcterms:W3CDTF">2024-09-12T08:44:53Z</dcterms:created>
  <dcterms:modified xsi:type="dcterms:W3CDTF">2026-10-09T09:18:27Z</dcterms:modified>
</cp:coreProperties>
</file>